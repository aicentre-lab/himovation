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4CBCED3-0715-4439-9E60-48FFED32DF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F2A64F-59A9-46F2-A783-B76B93862FD7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A4BECA-B2D6-461B-92B9-3B87C4A0A156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EA79AF-39DF-4265-AFD3-8B7FBDB635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3A0DC1-739E-49BC-8E9B-AAE989A151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EED321A-9248-421F-B211-7448B293B8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C1F7E0-15EC-4A5C-B6ED-1144E18365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CFFB4B0-967A-4BEA-9899-149E2A596D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5E6DD17-077E-4762-9A25-FF9E00280B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B3AC8A6-8A1F-4BE9-B33A-5C914BB016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710C174-9277-4BCB-924C-ECB431FC2E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400F90-8BC8-403B-9370-5D71D0CAC7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50A4DC4-4377-46C6-857F-2E90C208BD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2928E35-09E3-471B-8192-DF371DD8E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31001-9989-4E4C-BE56-72BC4FE9C385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264724-2CF8-4C64-BF65-693922477C12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D61D71-B6A9-4DE7-B7B7-D82592F8D992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2CF592-0091-45F2-B34C-C622285E485D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5259B0-7A69-43BE-94D0-20689B41547C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72F8E6-293F-49F5-9B87-FEEF7FAFAAAF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0481EF-C2CA-4E9F-B453-F1A113A29A88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AE0FB-A906-4616-864E-68A7C763B3EA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8D43AA-F9BB-4FAB-9CAC-749933371A5C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72D690-A623-4910-B1D3-0F166F0FE02F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10000"/>
          </a:blip>
          <a:stretch>
            <a:fillRect l="40000" t="30000" r="40000" b="30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9ADED0-DB49-4F30-9912-6974042E2E98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9601200" cy="66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IN" sz="4000" spc="-1" strike="noStrike">
                <a:solidFill>
                  <a:schemeClr val="dk2"/>
                </a:solidFill>
                <a:latin typeface="Calibri Light"/>
              </a:rPr>
              <a:t>𝓗𝓘𝓜𝓞𝓥𝓐𝓣𝓘𝓞𝓝 </a:t>
            </a:r>
            <a:r>
              <a:rPr b="0" lang="en-IN" sz="4000" spc="-1" strike="noStrike">
                <a:solidFill>
                  <a:schemeClr val="dk2"/>
                </a:solidFill>
                <a:latin typeface="Calibri Light"/>
              </a:rPr>
              <a:t>2026: 𝕊𝕠𝕝𝕧𝕖-𝕒-𝕋𝕙𝕠𝕟 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3" name="Picture 4" descr=""/>
          <p:cNvPicPr/>
          <p:nvPr/>
        </p:nvPicPr>
        <p:blipFill>
          <a:blip r:embed="rId1"/>
          <a:stretch/>
        </p:blipFill>
        <p:spPr>
          <a:xfrm>
            <a:off x="228600" y="216000"/>
            <a:ext cx="1022400" cy="927000"/>
          </a:xfrm>
          <a:prstGeom prst="rect">
            <a:avLst/>
          </a:prstGeom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580320" y="1409400"/>
            <a:ext cx="768132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Problem Statement Title-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Theme-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Team Name (As per the Registered Form)-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Name of Team Member with Affiliation -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8"/>
          <p:cNvSpPr/>
          <p:nvPr/>
        </p:nvSpPr>
        <p:spPr>
          <a:xfrm>
            <a:off x="505440" y="580320"/>
            <a:ext cx="11467440" cy="2406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 u="sng">
                <a:solidFill>
                  <a:schemeClr val="dk1"/>
                </a:solidFill>
                <a:uFillTx/>
                <a:latin typeface="Times New Roman"/>
              </a:rPr>
              <a:t>PROBLEM STATEMENT (Describe your Problem Statement 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Identify the key problem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Address existing challenges and limitations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8"/>
          <p:cNvSpPr/>
          <p:nvPr/>
        </p:nvSpPr>
        <p:spPr>
          <a:xfrm>
            <a:off x="924120" y="580320"/>
            <a:ext cx="11634120" cy="3931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 u="sng">
                <a:solidFill>
                  <a:schemeClr val="dk1"/>
                </a:solidFill>
                <a:uFillTx/>
                <a:latin typeface="Times New Roman"/>
              </a:rPr>
              <a:t>PROPOSED SOLUTION (Describe your Idea/Solution/Prototype)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Detailed explanation of the proposed solution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How it addresses the problem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Innovation and uniqueness of the solution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FEASIBILITY AND VIABILITY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609480" y="2533680"/>
            <a:ext cx="9384840" cy="13705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Analysis of the feasibility of the idea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Potential challenges and risks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Strategies for overcoming these challenges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1F2B8A-27DF-43A7-A49C-E35B3A9496D3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38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ound Diagonal Corner Rectangle 2"/>
          <p:cNvSpPr/>
          <p:nvPr/>
        </p:nvSpPr>
        <p:spPr>
          <a:xfrm>
            <a:off x="0" y="1791000"/>
            <a:ext cx="12191760" cy="431892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Google Shape;100;p3"/>
          <p:cNvSpPr/>
          <p:nvPr/>
        </p:nvSpPr>
        <p:spPr>
          <a:xfrm>
            <a:off x="367920" y="1915560"/>
            <a:ext cx="11764440" cy="40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514440" indent="-514440" algn="just" defTabSz="914400">
              <a:lnSpc>
                <a:spcPct val="9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Limit the presentation to a maximum of five (5) slides, including the Title Slide.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9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914400">
              <a:lnSpc>
                <a:spcPct val="9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Avoid lengthy paragraphs. Present your ideas using concise bullet points, diagrams, infographics, and relevant images wherever possible.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9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914400">
              <a:lnSpc>
                <a:spcPct val="9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Keep the content precise, clear, and easy to understand.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9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914400">
              <a:lnSpc>
                <a:spcPct val="9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Ensure that the proposed idea is unique, innovative, and novel.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9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914400">
              <a:lnSpc>
                <a:spcPct val="9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Use only the provided template for preparing the presentation.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9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914400">
              <a:lnSpc>
                <a:spcPct val="9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Save the final presentation in PDF/PPT format and upload it to the portal. Word, or any other file format will not be accepted.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1393200" y="106920"/>
            <a:ext cx="8410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600" spc="-1" strike="noStrike">
                <a:solidFill>
                  <a:schemeClr val="dk1"/>
                </a:solidFill>
                <a:latin typeface="Times New Roman"/>
              </a:rPr>
              <a:t>IMPORTANT INSTRUCTIONS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602280" y="1181880"/>
            <a:ext cx="95572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90000"/>
              </a:lnSpc>
              <a:spcBef>
                <a:spcPts val="10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Please ensure below pointers are met while submitting the Idea PPT: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  <Words>218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2026-09-14T06:21:48Z</dcterms:created>
  <dc:creator>Rohit Kanauzia</dc:creator>
  <dc:description/>
  <dc:language>en-US</dc:language>
  <cp:lastModifiedBy/>
  <dcterms:modified xsi:type="dcterms:W3CDTF">2026-09-17T18:00:10Z</dcterms:modified>
  <cp:revision>9</cp:revision>
  <dc:subject/>
  <dc:title>𝓗𝓘𝓜𝓞𝓥𝓐𝓣𝓘𝓞𝓝 2026: 𝕊𝕠𝕝𝕧𝕖-𝕒-𝕋𝕙𝕠𝕟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5</vt:i4>
  </property>
</Properties>
</file>