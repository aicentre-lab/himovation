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98" r:id="rId4"/>
    <p:sldId id="293" r:id="rId5"/>
    <p:sldId id="29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B92E1-E430-4E73-B5C5-D8047F09E1C1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0AB13-39EC-4B1F-A9FA-911D8CAA8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FA49-5AB6-4B34-BCAB-95CDBAD54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DC7C9-9F7F-4761-8B85-689CCEB67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1C983-CACB-43F3-9E08-0E115A89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B0EB8-C687-4CDA-A845-84AF80A4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1CE79-0673-4DA2-A8FB-4C88508A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3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E8EB-B158-44D7-9F35-CB88D65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ACBC-B2D7-4F23-B4B1-B83F7F71F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FF9EB-A46A-4813-8FAE-CF3BD335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ADAAE-6F65-4017-9512-E787701F5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9889B-BD27-41E0-B4B6-3C13EF9F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00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F923-CB13-40F9-B6DE-1616494D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B41AB-02CD-43D5-AF5F-ECC73C3B1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0F0E-2A67-4FE7-B6A5-9A065BC1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EAC9-9A82-4E96-BA67-1A924427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7A514-9255-44F6-B321-4A9DF54B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27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BD66-2664-481D-88A8-FE0EA4E3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DA19-218E-495F-9BED-76E9A7520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F4AC1-5CE2-4ABD-B748-C43BBE943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A236F-1991-4562-A174-B6B93EB7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B360D-F29E-4711-952D-9B59F073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BBF8E-67F6-4A00-9D20-61E9EC0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1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99DD-001C-4367-9E86-A64422A5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AD406-24A8-4C31-9EB2-3FC05249D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48639-DF66-485D-BDD7-92A15423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825A2-A4A8-4664-BE42-51BC83843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4DB0D-2BEC-427E-87EE-B8BC37E99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670ED-EC42-4705-8A2B-609F34BC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46F88-78D3-4F37-A29C-9740297C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015A3-6CCF-44F7-9F57-00D2FAF7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0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E0CF3-3B0F-4A55-9C78-FBF5AD8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3B8B2-B7DE-4547-BDFB-95EC48D8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DED8D-F8D7-454E-9DA8-AF8484AB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5F045-C27E-4831-9401-823F68A4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01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0B1DA-C920-4671-A074-8A37457E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B5365-4425-4A6C-8D71-0B95BFFD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553DC-14BD-4908-B218-3B364437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37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D477-4354-4EC8-B6C2-9DB39602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BCDD-683E-4667-BF4F-47BB82080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2C323-7636-40FE-A562-22E76ED8B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F1338-3306-4CA1-8993-E99BBFAB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708A9-D717-4589-A87D-D616187C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F9423-9CA9-4BAF-A368-2D00419F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10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E552-72E9-422C-9B74-DFFA93CD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84AB3-B5BC-415F-98CA-E31BA379C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5EE8-4E91-4DD2-8AAC-67D7692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DAD33-079B-425F-B15C-E5AEF533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B0937-C191-48D5-B20C-D7D304C1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9A3F0-BA58-4384-A7E4-78CC1E20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7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B8DE-556B-4B07-862E-AC9AA316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F4B63-B191-46C0-835C-B1B317E68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06E77-C5A1-4528-AA45-0D2E4552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92841-8019-44F4-A710-214BEFE0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6E70-E651-4CBD-A1A0-5724D6D5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99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5391F-41C8-421A-9247-196151D2C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CE928-90CC-44EF-BE04-89DB330B6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FD1FA-1C26-48BD-929F-858BBFB6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4A162-FBA9-490B-9CE5-6DC7BF32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F077-0330-4F4A-98B2-0FB39ACE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8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l="40000" t="30000" r="40000" b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F9DC9-FF40-422D-BF0D-4223C58B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DB15C-5BFF-45DB-ADA1-3DC7574F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8BFB8-97A1-415F-AEFB-83E062818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6D7E6-9D21-42FB-B1E3-9956ECB503E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7FBE-D3EF-489A-BCD2-E48829D24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ACEA-57D5-41E2-BF71-AC70FC93E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08A84-29E3-469F-BBA4-8662AF09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36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61C1-ADEF-449E-B8EB-147838930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791" y="240236"/>
            <a:ext cx="9144000" cy="477837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tx2"/>
                </a:solidFill>
              </a:rPr>
              <a:t>𝓗𝓘𝓜𝓞𝓥𝓐𝓣𝓘𝓞𝓝 2026: 𝕊𝕠𝕝𝕧𝕖-𝕒-𝕋𝕙𝕠𝕟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C2116-26A9-4041-B928-08208212E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634" y="1024248"/>
            <a:ext cx="9144000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A40F9-C45C-4CA2-883F-BC4287D4A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7" y="96818"/>
            <a:ext cx="1022773" cy="927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48C3C1-463B-48C9-8AF7-484BE3D3A0DF}"/>
              </a:ext>
            </a:extLst>
          </p:cNvPr>
          <p:cNvSpPr txBox="1"/>
          <p:nvPr/>
        </p:nvSpPr>
        <p:spPr>
          <a:xfrm>
            <a:off x="580241" y="1409476"/>
            <a:ext cx="7681632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(As per the Registered Form)-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Name of Team Member with Affiliation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49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FDDEC9BB-A9AD-47DD-8971-5BAD43790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0" y="580366"/>
            <a:ext cx="11467652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(Describe your Problem Statement )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key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existing challenges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117124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FDDEC9BB-A9AD-47DD-8971-5BAD43790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260" y="580366"/>
            <a:ext cx="11634397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(Describe your Idea/Solution/Prototype)</a:t>
            </a:r>
          </a:p>
          <a:p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 </a:t>
            </a:r>
          </a:p>
        </p:txBody>
      </p:sp>
    </p:spTree>
    <p:extLst>
      <p:ext uri="{BB962C8B-B14F-4D97-AF65-F5344CB8AC3E}">
        <p14:creationId xmlns:p14="http://schemas.microsoft.com/office/powerpoint/2010/main" val="283428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Limit the presentation to a maximum of five (5) slides, including the Title Slide. 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Avoid lengthy paragraphs. Present your ideas using concise bullet points, diagrams, infographics, and relevant images wherever possible.</a:t>
            </a: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the content precise, clear, and easy to understand.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Ensure that the proposed idea is unique, innovative, and novel.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Use only the provided template for preparing the presentation.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Save the final presentation in PDF/PPT format and upload it to the portal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 Word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or any other file format will not be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218</Words>
  <Application>Microsoft Office PowerPoint</Application>
  <PresentationFormat>Widescreen</PresentationFormat>
  <Paragraphs>41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TradeGothic</vt:lpstr>
      <vt:lpstr>Office Theme</vt:lpstr>
      <vt:lpstr>𝓗𝓘𝓜𝓞𝓥𝓐𝓣𝓘𝓞𝓝 2026: 𝕊𝕠𝕝𝕧𝕖-𝕒-𝕋𝕙𝕠𝕟 </vt:lpstr>
      <vt:lpstr>PowerPoint Presentation</vt:lpstr>
      <vt:lpstr>PowerPoint Presentation</vt:lpstr>
      <vt:lpstr>FEASIBILITY AND VIABILITY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𝓗𝓘𝓜𝓞𝓥𝓐𝓣𝓘𝓞𝓝 2026: 𝕊𝕠𝕝𝕧𝕖-𝕒-𝕋𝕙𝕠𝕟 </dc:title>
  <dc:creator>Rohit Kanauzia</dc:creator>
  <cp:lastModifiedBy>Rohit Kanauzia</cp:lastModifiedBy>
  <cp:revision>8</cp:revision>
  <dcterms:created xsi:type="dcterms:W3CDTF">2026-09-14T06:21:48Z</dcterms:created>
  <dcterms:modified xsi:type="dcterms:W3CDTF">2026-09-14T06:43:19Z</dcterms:modified>
</cp:coreProperties>
</file>